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-516" y="3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EFBD9-BA4A-4544-8EC5-FAC9FAD5ED0B}" type="datetimeFigureOut">
              <a:rPr lang="en-MY" smtClean="0"/>
              <a:t>20/6/2022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CE61B-CA30-4829-A09D-2311261CF7F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8314044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EFBD9-BA4A-4544-8EC5-FAC9FAD5ED0B}" type="datetimeFigureOut">
              <a:rPr lang="en-MY" smtClean="0"/>
              <a:t>20/6/2022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CE61B-CA30-4829-A09D-2311261CF7F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0365341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EFBD9-BA4A-4544-8EC5-FAC9FAD5ED0B}" type="datetimeFigureOut">
              <a:rPr lang="en-MY" smtClean="0"/>
              <a:t>20/6/2022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CE61B-CA30-4829-A09D-2311261CF7F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613871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MY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MY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EFBD9-BA4A-4544-8EC5-FAC9FAD5ED0B}" type="datetimeFigureOut">
              <a:rPr lang="en-MY" smtClean="0"/>
              <a:t>20/6/2022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CE61B-CA30-4829-A09D-2311261CF7F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0885476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MY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MY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EFBD9-BA4A-4544-8EC5-FAC9FAD5ED0B}" type="datetimeFigureOut">
              <a:rPr lang="en-MY" smtClean="0"/>
              <a:t>20/6/2022</a:t>
            </a:fld>
            <a:endParaRPr lang="en-MY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CE61B-CA30-4829-A09D-2311261CF7F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5794577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EFBD9-BA4A-4544-8EC5-FAC9FAD5ED0B}" type="datetimeFigureOut">
              <a:rPr lang="en-MY" smtClean="0"/>
              <a:t>20/6/2022</a:t>
            </a:fld>
            <a:endParaRPr lang="en-MY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CE61B-CA30-4829-A09D-2311261CF7F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41210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EFBD9-BA4A-4544-8EC5-FAC9FAD5ED0B}" type="datetimeFigureOut">
              <a:rPr lang="en-MY" smtClean="0"/>
              <a:t>20/6/2022</a:t>
            </a:fld>
            <a:endParaRPr lang="en-MY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CE61B-CA30-4829-A09D-2311261CF7F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76775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MY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EFBD9-BA4A-4544-8EC5-FAC9FAD5ED0B}" type="datetimeFigureOut">
              <a:rPr lang="en-MY" smtClean="0"/>
              <a:t>20/6/2022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CE61B-CA30-4829-A09D-2311261CF7F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0012064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Y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EFBD9-BA4A-4544-8EC5-FAC9FAD5ED0B}" type="datetimeFigureOut">
              <a:rPr lang="en-MY" smtClean="0"/>
              <a:t>20/6/2022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CE61B-CA30-4829-A09D-2311261CF7F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981187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EFBD9-BA4A-4544-8EC5-FAC9FAD5ED0B}" type="datetimeFigureOut">
              <a:rPr lang="en-MY" smtClean="0"/>
              <a:t>20/6/2022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CE61B-CA30-4829-A09D-2311261CF7F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2144431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EFBD9-BA4A-4544-8EC5-FAC9FAD5ED0B}" type="datetimeFigureOut">
              <a:rPr lang="en-MY" smtClean="0"/>
              <a:t>20/6/2022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CE61B-CA30-4829-A09D-2311261CF7F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197076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0EFBD9-BA4A-4544-8EC5-FAC9FAD5ED0B}" type="datetimeFigureOut">
              <a:rPr lang="en-MY" smtClean="0"/>
              <a:t>20/6/2022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CCE61B-CA30-4829-A09D-2311261CF7F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58077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395536" y="692696"/>
            <a:ext cx="8064896" cy="453650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943647"/>
            <a:ext cx="1004400" cy="10044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6000" y="955347"/>
            <a:ext cx="1004400" cy="10044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4800" y="955347"/>
            <a:ext cx="1004400" cy="10044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1948047"/>
            <a:ext cx="1004400" cy="10044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6000" y="1959747"/>
            <a:ext cx="1004400" cy="10044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0400" y="1964694"/>
            <a:ext cx="1004400" cy="10044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4800" y="1959747"/>
            <a:ext cx="1004400" cy="10044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2952447"/>
            <a:ext cx="1004400" cy="10044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6000" y="2947114"/>
            <a:ext cx="1004400" cy="10044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4170" y="2969094"/>
            <a:ext cx="1004400" cy="10044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4800" y="2960948"/>
            <a:ext cx="1004400" cy="100440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3951514"/>
            <a:ext cx="1004400" cy="10044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4170" y="955347"/>
            <a:ext cx="1004400" cy="100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8543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0</Words>
  <Application>Microsoft Office PowerPoint</Application>
  <PresentationFormat>On-screen Show (4:3)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13</cp:revision>
  <dcterms:created xsi:type="dcterms:W3CDTF">2022-06-17T08:52:11Z</dcterms:created>
  <dcterms:modified xsi:type="dcterms:W3CDTF">2022-06-20T02:06:10Z</dcterms:modified>
</cp:coreProperties>
</file>